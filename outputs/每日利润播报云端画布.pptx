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0040303fa74f42" /><Relationship Type="http://schemas.openxmlformats.org/officeDocument/2006/relationships/extended-properties" Target="/docProps/app.xml" Id="R76c0cba6debd4614" /><Relationship Type="http://schemas.openxmlformats.org/officeDocument/2006/relationships/officeDocument" Target="/ppt/presentation.xml" Id="R83f0042186fd4a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84213464b343a3"/>
  </p:sldMasterIdLst>
  <p:notesMasterIdLst>
    <p:notesMasterId xmlns:r="http://schemas.openxmlformats.org/officeDocument/2006/relationships" r:id="R4ba3702efd864a50"/>
  </p:notesMasterIdLst>
  <p:sldIdLst>
    <p:sldId xmlns:r="http://schemas.openxmlformats.org/officeDocument/2006/relationships" id="256" r:id="R3a6c20627caf4038"/>
  </p:sldIdLst>
  <p:sldSz cx="9753600" cy="146304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5c941af6b04a59" /><Relationship Type="http://schemas.openxmlformats.org/officeDocument/2006/relationships/slideMaster" Target="/ppt/slideMasters/slideMaster1.xml" Id="Rcb84213464b343a3" /><Relationship Type="http://schemas.openxmlformats.org/officeDocument/2006/relationships/notesMaster" Target="/ppt/notesMasters/notesMaster1.xml" Id="R4ba3702efd864a50" /><Relationship Type="http://schemas.openxmlformats.org/officeDocument/2006/relationships/presProps" Target="/ppt/presProps.xml" Id="R80dc763da62d4149" /><Relationship Type="http://schemas.openxmlformats.org/officeDocument/2006/relationships/tableStyles" Target="/ppt/tableStyles.xml" Id="Rf7bfdc917771486e" /><Relationship Type="http://schemas.openxmlformats.org/officeDocument/2006/relationships/slide" Target="/ppt/slides/slide1.xml" Id="R3a6c20627caf40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4c22c60e6a40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2c2b8f1b764e53" /><Relationship Type="http://schemas.openxmlformats.org/officeDocument/2006/relationships/notesMaster" Target="/ppt/notesMasters/notesMaster1.xml" Id="R10a876ef404746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801ff0bd5e4d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33f49900e14899" /><Relationship Type="http://schemas.openxmlformats.org/officeDocument/2006/relationships/slideLayout" Target="/ppt/slideLayouts/slideLayout1.xml" Id="R9fc7df0d14d348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c7df0d14d348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d2c19be4344e4" /><Relationship Type="http://schemas.openxmlformats.org/officeDocument/2006/relationships/image" Target="/ppt/media/image.jpeg" Id="R8bbb2c47331e4e9f" /><Relationship Type="http://schemas.openxmlformats.org/officeDocument/2006/relationships/notesSlide" Target="/ppt/notesSlides/notesSlide1.xml" Id="Reed381beee3e471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b2c47331e4e9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753600" cy="14630400"/>
          </a:xfrm>
          <a:prstGeom xmlns:a="http://schemas.openxmlformats.org/drawingml/2006/main" prst="rect">
            <a:avLst/>
          </a:prstGeom>
        </p:spPr>
      </p:pic>
      <p:sp>
        <p:nvSpPr>
          <p:cNvPr id="2" name="date-cover">
            <a:extLst xmlns:a="http://schemas.openxmlformats.org/drawingml/2006/main">
              <a:ext uri="{FF2B5EF4-FFF2-40B4-BE49-F238E27FC236}">
                <a16:creationId xmlns:a16="http://schemas.microsoft.com/office/drawing/2014/main" id="{C341C6CA-471E-4FEF-86E3-18D17494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76250"/>
            <a:ext cx="2000250" cy="704850"/>
          </a:xfrm>
          <a:prstGeom xmlns:a="http://schemas.openxmlformats.org/drawingml/2006/main" prst="roundRect">
            <a:avLst>
              <a:gd name="adj" fmla="val 324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ate">
            <a:extLst xmlns:a="http://schemas.openxmlformats.org/drawingml/2006/main">
              <a:ext uri="{FF2B5EF4-FFF2-40B4-BE49-F238E27FC236}">
                <a16:creationId xmlns:a16="http://schemas.microsoft.com/office/drawing/2014/main" id="{A4680994-3E11-4158-9D23-6B6C0023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000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{{DATE}}</a:t>
            </a:r>
          </a:p>
        </p:txBody>
      </p:sp>
      <p:sp>
        <p:nvSpPr>
          <p:cNvPr id="4" name="month-total-cover">
            <a:extLst xmlns:a="http://schemas.openxmlformats.org/drawingml/2006/main">
              <a:ext uri="{FF2B5EF4-FFF2-40B4-BE49-F238E27FC236}">
                <a16:creationId xmlns:a16="http://schemas.microsoft.com/office/drawing/2014/main" id="{20DCCC47-E7F7-44D4-8926-32E60B80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43338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onth-total">
            <a:extLst xmlns:a="http://schemas.openxmlformats.org/drawingml/2006/main">
              <a:ext uri="{FF2B5EF4-FFF2-40B4-BE49-F238E27FC236}">
                <a16:creationId xmlns:a16="http://schemas.microsoft.com/office/drawing/2014/main" id="{EF06E9E4-D438-4131-BCE2-6BCA1A06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479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72532"/>
          </a:bodyPr>
          <a:lstStyle xmlns:a="http://schemas.openxmlformats.org/drawingml/2006/main"/>
          <a:p xmlns:a="http://schemas.openxmlformats.org/drawingml/2006/main">
            <a:pPr algn="l">
              <a:defRPr sz="41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{{MONTH_TOTAL}} 万元</a:t>
            </a:r>
          </a:p>
        </p:txBody>
      </p:sp>
      <p:sp>
        <p:nvSpPr>
          <p:cNvPr id="6" name="month-delivery-cover">
            <a:extLst xmlns:a="http://schemas.openxmlformats.org/drawingml/2006/main">
              <a:ext uri="{FF2B5EF4-FFF2-40B4-BE49-F238E27FC236}">
                <a16:creationId xmlns:a16="http://schemas.microsoft.com/office/drawing/2014/main" id="{1453C90B-81E5-442B-9BEB-90700453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447925"/>
            <a:ext cx="3419475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5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onth-delivery-label">
            <a:extLst xmlns:a="http://schemas.openxmlformats.org/drawingml/2006/main">
              <a:ext uri="{FF2B5EF4-FFF2-40B4-BE49-F238E27FC236}">
                <a16:creationId xmlns:a16="http://schemas.microsoft.com/office/drawing/2014/main" id="{DEAC8E61-52F6-4028-AAAA-79980282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5527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累计外卖利润</a:t>
            </a:r>
          </a:p>
        </p:txBody>
      </p:sp>
      <p:sp>
        <p:nvSpPr>
          <p:cNvPr id="8" name="month-delivery">
            <a:extLst xmlns:a="http://schemas.openxmlformats.org/drawingml/2006/main">
              <a:ext uri="{FF2B5EF4-FFF2-40B4-BE49-F238E27FC236}">
                <a16:creationId xmlns:a16="http://schemas.microsoft.com/office/drawing/2014/main" id="{EDA75F18-7F3A-419B-938C-3EDEC702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3845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4031"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{{MONTH_DELIVERY}} 万元</a:t>
            </a:r>
          </a:p>
        </p:txBody>
      </p:sp>
      <p:sp>
        <p:nvSpPr>
          <p:cNvPr id="9" name="month-group-cover">
            <a:extLst xmlns:a="http://schemas.openxmlformats.org/drawingml/2006/main">
              <a:ext uri="{FF2B5EF4-FFF2-40B4-BE49-F238E27FC236}">
                <a16:creationId xmlns:a16="http://schemas.microsoft.com/office/drawing/2014/main" id="{63B0A9B3-58A4-45B0-AE89-AEF9041E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486150"/>
            <a:ext cx="3419475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CE8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onth-group-label">
            <a:extLst xmlns:a="http://schemas.openxmlformats.org/drawingml/2006/main">
              <a:ext uri="{FF2B5EF4-FFF2-40B4-BE49-F238E27FC236}">
                <a16:creationId xmlns:a16="http://schemas.microsoft.com/office/drawing/2014/main" id="{5094061C-FDC4-423F-8D55-58E03D95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59092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累计团购利润</a:t>
            </a:r>
          </a:p>
        </p:txBody>
      </p:sp>
      <p:sp>
        <p:nvSpPr>
          <p:cNvPr id="11" name="month-group">
            <a:extLst xmlns:a="http://schemas.openxmlformats.org/drawingml/2006/main">
              <a:ext uri="{FF2B5EF4-FFF2-40B4-BE49-F238E27FC236}">
                <a16:creationId xmlns:a16="http://schemas.microsoft.com/office/drawing/2014/main" id="{B3FDD172-DA3F-4A68-9B7E-34D58020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76675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D94B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94B58"/>
                </a:solidFill>
                <a:latin typeface="Microsoft YaHei"/>
                <a:ea typeface="Microsoft YaHei"/>
                <a:cs typeface="Microsoft YaHei"/>
              </a:rPr>
              <a:t>{{MONTH_GROUP}} 万元</a:t>
            </a:r>
          </a:p>
        </p:txBody>
      </p:sp>
      <p:sp>
        <p:nvSpPr>
          <p:cNvPr id="12" name="daily-total-cover">
            <a:extLst xmlns:a="http://schemas.openxmlformats.org/drawingml/2006/main">
              <a:ext uri="{FF2B5EF4-FFF2-40B4-BE49-F238E27FC236}">
                <a16:creationId xmlns:a16="http://schemas.microsoft.com/office/drawing/2014/main" id="{16B4DEE6-4627-4DA4-80E3-91EC4938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34100"/>
            <a:ext cx="26574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aily-total">
            <a:extLst xmlns:a="http://schemas.openxmlformats.org/drawingml/2006/main">
              <a:ext uri="{FF2B5EF4-FFF2-40B4-BE49-F238E27FC236}">
                <a16:creationId xmlns:a16="http://schemas.microsoft.com/office/drawing/2014/main" id="{8D8EB606-F06F-4C8F-AD86-C6DBB7E5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00775"/>
            <a:ext cx="23526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61673"/>
          </a:bodyPr>
          <a:lstStyle xmlns:a="http://schemas.openxmlformats.org/drawingml/2006/main"/>
          <a:p xmlns:a="http://schemas.openxmlformats.org/drawingml/2006/main">
            <a:pPr algn="ctr">
              <a:defRPr sz="397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{{DAILY_TOTAL}}</a:t>
            </a:r>
          </a:p>
        </p:txBody>
      </p:sp>
      <p:sp>
        <p:nvSpPr>
          <p:cNvPr id="14" name="daily-total-unit">
            <a:extLst xmlns:a="http://schemas.openxmlformats.org/drawingml/2006/main">
              <a:ext uri="{FF2B5EF4-FFF2-40B4-BE49-F238E27FC236}">
                <a16:creationId xmlns:a16="http://schemas.microsoft.com/office/drawing/2014/main" id="{C318401F-E1F3-41FC-A22F-C7329410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86575"/>
            <a:ext cx="2352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万元</a:t>
            </a:r>
          </a:p>
        </p:txBody>
      </p:sp>
      <p:sp>
        <p:nvSpPr>
          <p:cNvPr id="15" name="daily-delivery-cover">
            <a:extLst xmlns:a="http://schemas.openxmlformats.org/drawingml/2006/main">
              <a:ext uri="{FF2B5EF4-FFF2-40B4-BE49-F238E27FC236}">
                <a16:creationId xmlns:a16="http://schemas.microsoft.com/office/drawing/2014/main" id="{CC9C6228-5886-42C1-99D3-F1FC5D0F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6134100"/>
            <a:ext cx="26574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aily-delivery">
            <a:extLst xmlns:a="http://schemas.openxmlformats.org/drawingml/2006/main">
              <a:ext uri="{FF2B5EF4-FFF2-40B4-BE49-F238E27FC236}">
                <a16:creationId xmlns:a16="http://schemas.microsoft.com/office/drawing/2014/main" id="{08E409D5-D208-4914-8340-34990156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6200775"/>
            <a:ext cx="23526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50748"/>
          </a:bodyPr>
          <a:lstStyle xmlns:a="http://schemas.openxmlformats.org/drawingml/2006/main"/>
          <a:p xmlns:a="http://schemas.openxmlformats.org/drawingml/2006/main">
            <a:pPr algn="ctr">
              <a:defRPr sz="3975" b="0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0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{{DAILY_DELIVERY}}</a:t>
            </a:r>
          </a:p>
        </p:txBody>
      </p:sp>
      <p:sp>
        <p:nvSpPr>
          <p:cNvPr id="17" name="daily-delivery-unit">
            <a:extLst xmlns:a="http://schemas.openxmlformats.org/drawingml/2006/main">
              <a:ext uri="{FF2B5EF4-FFF2-40B4-BE49-F238E27FC236}">
                <a16:creationId xmlns:a16="http://schemas.microsoft.com/office/drawing/2014/main" id="{A1A00839-1B1F-4DA7-A907-6A24FE47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6886575"/>
            <a:ext cx="2352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万元</a:t>
            </a:r>
          </a:p>
        </p:txBody>
      </p:sp>
      <p:sp>
        <p:nvSpPr>
          <p:cNvPr id="18" name="daily-group-cover">
            <a:extLst xmlns:a="http://schemas.openxmlformats.org/drawingml/2006/main">
              <a:ext uri="{FF2B5EF4-FFF2-40B4-BE49-F238E27FC236}">
                <a16:creationId xmlns:a16="http://schemas.microsoft.com/office/drawing/2014/main" id="{F36CF4B1-7975-44AE-B38B-706ADA5A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134100"/>
            <a:ext cx="26574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aily-group">
            <a:extLst xmlns:a="http://schemas.openxmlformats.org/drawingml/2006/main">
              <a:ext uri="{FF2B5EF4-FFF2-40B4-BE49-F238E27FC236}">
                <a16:creationId xmlns:a16="http://schemas.microsoft.com/office/drawing/2014/main" id="{6513AA1B-BD8E-4542-8E68-A7777E01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200775"/>
            <a:ext cx="23526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57467"/>
          </a:bodyPr>
          <a:lstStyle xmlns:a="http://schemas.openxmlformats.org/drawingml/2006/main"/>
          <a:p xmlns:a="http://schemas.openxmlformats.org/drawingml/2006/main">
            <a:pPr algn="ctr">
              <a:defRPr sz="3975" b="0">
                <a:solidFill>
                  <a:srgbClr val="D94B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0">
                <a:solidFill>
                  <a:srgbClr val="D94B58"/>
                </a:solidFill>
                <a:latin typeface="Microsoft YaHei"/>
                <a:ea typeface="Microsoft YaHei"/>
                <a:cs typeface="Microsoft YaHei"/>
              </a:rPr>
              <a:t>{{DAILY_GROUP}}</a:t>
            </a:r>
          </a:p>
        </p:txBody>
      </p:sp>
      <p:sp>
        <p:nvSpPr>
          <p:cNvPr id="20" name="daily-group-unit">
            <a:extLst xmlns:a="http://schemas.openxmlformats.org/drawingml/2006/main">
              <a:ext uri="{FF2B5EF4-FFF2-40B4-BE49-F238E27FC236}">
                <a16:creationId xmlns:a16="http://schemas.microsoft.com/office/drawing/2014/main" id="{BCFD2B6A-27BA-4B8D-8C70-0A29FBA1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886575"/>
            <a:ext cx="2352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万元</a:t>
            </a:r>
          </a:p>
        </p:txBody>
      </p:sp>
      <p:sp>
        <p:nvSpPr>
          <p:cNvPr id="21" name="region-row-1">
            <a:extLst xmlns:a="http://schemas.openxmlformats.org/drawingml/2006/main">
              <a:ext uri="{FF2B5EF4-FFF2-40B4-BE49-F238E27FC236}">
                <a16:creationId xmlns:a16="http://schemas.microsoft.com/office/drawing/2014/main" id="{5DB8A9D7-B205-4187-B8EB-265C302B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753475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ank-badge-1">
            <a:extLst xmlns:a="http://schemas.openxmlformats.org/drawingml/2006/main">
              <a:ext uri="{FF2B5EF4-FFF2-40B4-BE49-F238E27FC236}">
                <a16:creationId xmlns:a16="http://schemas.microsoft.com/office/drawing/2014/main" id="{A5B34267-CFE2-4E58-B0D5-FF2A4857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801100"/>
            <a:ext cx="333375" cy="38100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ank-1">
            <a:extLst xmlns:a="http://schemas.openxmlformats.org/drawingml/2006/main">
              <a:ext uri="{FF2B5EF4-FFF2-40B4-BE49-F238E27FC236}">
                <a16:creationId xmlns:a16="http://schemas.microsoft.com/office/drawing/2014/main" id="{F3C1142F-6B8A-42D0-894F-9804DE4C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80110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4" name="region-name-1">
            <a:extLst xmlns:a="http://schemas.openxmlformats.org/drawingml/2006/main">
              <a:ext uri="{FF2B5EF4-FFF2-40B4-BE49-F238E27FC236}">
                <a16:creationId xmlns:a16="http://schemas.microsoft.com/office/drawing/2014/main" id="{4FEE36A7-379D-43FD-BE99-370DFED4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7915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{{R1_NAME}}</a:t>
            </a:r>
          </a:p>
        </p:txBody>
      </p:sp>
      <p:sp>
        <p:nvSpPr>
          <p:cNvPr id="25" name="region-total-1">
            <a:extLst xmlns:a="http://schemas.openxmlformats.org/drawingml/2006/main">
              <a:ext uri="{FF2B5EF4-FFF2-40B4-BE49-F238E27FC236}">
                <a16:creationId xmlns:a16="http://schemas.microsoft.com/office/drawing/2014/main" id="{BA5389FB-C029-4E2B-8D3B-CD34DE50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8791575"/>
            <a:ext cx="119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{{R1_TOTAL}}</a:t>
            </a:r>
          </a:p>
        </p:txBody>
      </p:sp>
      <p:sp>
        <p:nvSpPr>
          <p:cNvPr id="26" name="region-delivery-1">
            <a:extLst xmlns:a="http://schemas.openxmlformats.org/drawingml/2006/main">
              <a:ext uri="{FF2B5EF4-FFF2-40B4-BE49-F238E27FC236}">
                <a16:creationId xmlns:a16="http://schemas.microsoft.com/office/drawing/2014/main" id="{0E42FC51-C663-49BE-9044-20102238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791575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75553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{{R1_DELIVERY}}</a:t>
            </a:r>
          </a:p>
        </p:txBody>
      </p:sp>
      <p:sp>
        <p:nvSpPr>
          <p:cNvPr id="27" name="region-group-1">
            <a:extLst xmlns:a="http://schemas.openxmlformats.org/drawingml/2006/main">
              <a:ext uri="{FF2B5EF4-FFF2-40B4-BE49-F238E27FC236}">
                <a16:creationId xmlns:a16="http://schemas.microsoft.com/office/drawing/2014/main" id="{E341488E-44C9-4891-AADA-00639C7D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8791575"/>
            <a:ext cx="828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7273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94B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94B58"/>
                </a:solidFill>
                <a:latin typeface="Microsoft YaHei"/>
                <a:ea typeface="Microsoft YaHei"/>
                <a:cs typeface="Microsoft YaHei"/>
              </a:rPr>
              <a:t>{{R1_GROUP}}</a:t>
            </a:r>
          </a:p>
        </p:txBody>
      </p:sp>
      <p:sp>
        <p:nvSpPr>
          <p:cNvPr id="28" name="region-row-2">
            <a:extLst xmlns:a="http://schemas.openxmlformats.org/drawingml/2006/main">
              <a:ext uri="{FF2B5EF4-FFF2-40B4-BE49-F238E27FC236}">
                <a16:creationId xmlns:a16="http://schemas.microsoft.com/office/drawing/2014/main" id="{6D836869-CDFA-4064-8AB4-B0FBAE4B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9229725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ank-badge-2">
            <a:extLst xmlns:a="http://schemas.openxmlformats.org/drawingml/2006/main">
              <a:ext uri="{FF2B5EF4-FFF2-40B4-BE49-F238E27FC236}">
                <a16:creationId xmlns:a16="http://schemas.microsoft.com/office/drawing/2014/main" id="{150C7B4D-2AE6-41BF-B201-7DE1F76A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77350"/>
            <a:ext cx="333375" cy="38100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rank-2">
            <a:extLst xmlns:a="http://schemas.openxmlformats.org/drawingml/2006/main">
              <a:ext uri="{FF2B5EF4-FFF2-40B4-BE49-F238E27FC236}">
                <a16:creationId xmlns:a16="http://schemas.microsoft.com/office/drawing/2014/main" id="{1448A22D-4DA7-4D88-9F88-AD5DA485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773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1" name="region-name-2">
            <a:extLst xmlns:a="http://schemas.openxmlformats.org/drawingml/2006/main">
              <a:ext uri="{FF2B5EF4-FFF2-40B4-BE49-F238E27FC236}">
                <a16:creationId xmlns:a16="http://schemas.microsoft.com/office/drawing/2014/main" id="{63EB8104-3704-4A63-B1D4-17EB1B9E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2678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{{R2_NAME}}</a:t>
            </a:r>
          </a:p>
        </p:txBody>
      </p:sp>
      <p:sp>
        <p:nvSpPr>
          <p:cNvPr id="32" name="region-total-2">
            <a:extLst xmlns:a="http://schemas.openxmlformats.org/drawingml/2006/main">
              <a:ext uri="{FF2B5EF4-FFF2-40B4-BE49-F238E27FC236}">
                <a16:creationId xmlns:a16="http://schemas.microsoft.com/office/drawing/2014/main" id="{8275AE4C-26CD-4142-BCC0-145E04F1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9267825"/>
            <a:ext cx="119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{{R2_TOTAL}}</a:t>
            </a:r>
          </a:p>
        </p:txBody>
      </p:sp>
      <p:sp>
        <p:nvSpPr>
          <p:cNvPr id="33" name="region-delivery-2">
            <a:extLst xmlns:a="http://schemas.openxmlformats.org/drawingml/2006/main">
              <a:ext uri="{FF2B5EF4-FFF2-40B4-BE49-F238E27FC236}">
                <a16:creationId xmlns:a16="http://schemas.microsoft.com/office/drawing/2014/main" id="{4B9886EC-DBDD-42C7-B306-78F1586D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267825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75553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{{R2_DELIVERY}}</a:t>
            </a:r>
          </a:p>
        </p:txBody>
      </p:sp>
      <p:sp>
        <p:nvSpPr>
          <p:cNvPr id="34" name="region-group-2">
            <a:extLst xmlns:a="http://schemas.openxmlformats.org/drawingml/2006/main">
              <a:ext uri="{FF2B5EF4-FFF2-40B4-BE49-F238E27FC236}">
                <a16:creationId xmlns:a16="http://schemas.microsoft.com/office/drawing/2014/main" id="{D4FA4F53-2EEC-4302-A9C5-20EC2CEB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9267825"/>
            <a:ext cx="828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7273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94B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94B58"/>
                </a:solidFill>
                <a:latin typeface="Microsoft YaHei"/>
                <a:ea typeface="Microsoft YaHei"/>
                <a:cs typeface="Microsoft YaHei"/>
              </a:rPr>
              <a:t>{{R2_GROUP}}</a:t>
            </a:r>
          </a:p>
        </p:txBody>
      </p:sp>
      <p:sp>
        <p:nvSpPr>
          <p:cNvPr id="35" name="region-row-3">
            <a:extLst xmlns:a="http://schemas.openxmlformats.org/drawingml/2006/main">
              <a:ext uri="{FF2B5EF4-FFF2-40B4-BE49-F238E27FC236}">
                <a16:creationId xmlns:a16="http://schemas.microsoft.com/office/drawing/2014/main" id="{38EA188A-7248-4D3A-AF2C-3D90F906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9705975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rank-badge-3">
            <a:extLst xmlns:a="http://schemas.openxmlformats.org/drawingml/2006/main">
              <a:ext uri="{FF2B5EF4-FFF2-40B4-BE49-F238E27FC236}">
                <a16:creationId xmlns:a16="http://schemas.microsoft.com/office/drawing/2014/main" id="{03EEA70C-C2B1-41BC-AA2C-17FE02A9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753600"/>
            <a:ext cx="333375" cy="38100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rank-3">
            <a:extLst xmlns:a="http://schemas.openxmlformats.org/drawingml/2006/main">
              <a:ext uri="{FF2B5EF4-FFF2-40B4-BE49-F238E27FC236}">
                <a16:creationId xmlns:a16="http://schemas.microsoft.com/office/drawing/2014/main" id="{CFA07225-71BE-4D6B-8927-3348D01C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75360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8" name="region-name-3">
            <a:extLst xmlns:a="http://schemas.openxmlformats.org/drawingml/2006/main">
              <a:ext uri="{FF2B5EF4-FFF2-40B4-BE49-F238E27FC236}">
                <a16:creationId xmlns:a16="http://schemas.microsoft.com/office/drawing/2014/main" id="{C0D2DB7C-F7FF-4A7C-A809-5FF85511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7440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{{R3_NAME}}</a:t>
            </a:r>
          </a:p>
        </p:txBody>
      </p:sp>
      <p:sp>
        <p:nvSpPr>
          <p:cNvPr id="39" name="region-total-3">
            <a:extLst xmlns:a="http://schemas.openxmlformats.org/drawingml/2006/main">
              <a:ext uri="{FF2B5EF4-FFF2-40B4-BE49-F238E27FC236}">
                <a16:creationId xmlns:a16="http://schemas.microsoft.com/office/drawing/2014/main" id="{FD70D9C0-63C9-486B-A98A-EADCA4D6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9744075"/>
            <a:ext cx="119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{{R3_TOTAL}}</a:t>
            </a:r>
          </a:p>
        </p:txBody>
      </p:sp>
      <p:sp>
        <p:nvSpPr>
          <p:cNvPr id="40" name="region-delivery-3">
            <a:extLst xmlns:a="http://schemas.openxmlformats.org/drawingml/2006/main">
              <a:ext uri="{FF2B5EF4-FFF2-40B4-BE49-F238E27FC236}">
                <a16:creationId xmlns:a16="http://schemas.microsoft.com/office/drawing/2014/main" id="{D645F22C-2FD5-40E3-A237-FBA8CE12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744075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75553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{{R3_DELIVERY}}</a:t>
            </a:r>
          </a:p>
        </p:txBody>
      </p:sp>
      <p:sp>
        <p:nvSpPr>
          <p:cNvPr id="41" name="region-group-3">
            <a:extLst xmlns:a="http://schemas.openxmlformats.org/drawingml/2006/main">
              <a:ext uri="{FF2B5EF4-FFF2-40B4-BE49-F238E27FC236}">
                <a16:creationId xmlns:a16="http://schemas.microsoft.com/office/drawing/2014/main" id="{E9E4E575-F864-4E28-A235-5E45122F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9744075"/>
            <a:ext cx="828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7273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94B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94B58"/>
                </a:solidFill>
                <a:latin typeface="Microsoft YaHei"/>
                <a:ea typeface="Microsoft YaHei"/>
                <a:cs typeface="Microsoft YaHei"/>
              </a:rPr>
              <a:t>{{R3_GROUP}}</a:t>
            </a:r>
          </a:p>
        </p:txBody>
      </p:sp>
      <p:sp>
        <p:nvSpPr>
          <p:cNvPr id="42" name="region-row-4">
            <a:extLst xmlns:a="http://schemas.openxmlformats.org/drawingml/2006/main">
              <a:ext uri="{FF2B5EF4-FFF2-40B4-BE49-F238E27FC236}">
                <a16:creationId xmlns:a16="http://schemas.microsoft.com/office/drawing/2014/main" id="{F634E606-11F4-49C9-8AE8-E235D1B6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0182225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rank-badge-4">
            <a:extLst xmlns:a="http://schemas.openxmlformats.org/drawingml/2006/main">
              <a:ext uri="{FF2B5EF4-FFF2-40B4-BE49-F238E27FC236}">
                <a16:creationId xmlns:a16="http://schemas.microsoft.com/office/drawing/2014/main" id="{59D4125B-651B-4E53-8B23-746CA853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29850"/>
            <a:ext cx="333375" cy="38100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rank-4">
            <a:extLst xmlns:a="http://schemas.openxmlformats.org/drawingml/2006/main">
              <a:ext uri="{FF2B5EF4-FFF2-40B4-BE49-F238E27FC236}">
                <a16:creationId xmlns:a16="http://schemas.microsoft.com/office/drawing/2014/main" id="{6C667F60-3104-4C29-8BF7-BED4B70B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298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5" name="region-name-4">
            <a:extLst xmlns:a="http://schemas.openxmlformats.org/drawingml/2006/main">
              <a:ext uri="{FF2B5EF4-FFF2-40B4-BE49-F238E27FC236}">
                <a16:creationId xmlns:a16="http://schemas.microsoft.com/office/drawing/2014/main" id="{19F14719-42E0-431C-AE57-379BCBC4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2203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{{R4_NAME}}</a:t>
            </a:r>
          </a:p>
        </p:txBody>
      </p:sp>
      <p:sp>
        <p:nvSpPr>
          <p:cNvPr id="46" name="region-total-4">
            <a:extLst xmlns:a="http://schemas.openxmlformats.org/drawingml/2006/main">
              <a:ext uri="{FF2B5EF4-FFF2-40B4-BE49-F238E27FC236}">
                <a16:creationId xmlns:a16="http://schemas.microsoft.com/office/drawing/2014/main" id="{E4D84668-CD00-45F1-A5DA-2AB356E7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0220325"/>
            <a:ext cx="119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{{R4_TOTAL}}</a:t>
            </a:r>
          </a:p>
        </p:txBody>
      </p:sp>
      <p:sp>
        <p:nvSpPr>
          <p:cNvPr id="47" name="region-delivery-4">
            <a:extLst xmlns:a="http://schemas.openxmlformats.org/drawingml/2006/main">
              <a:ext uri="{FF2B5EF4-FFF2-40B4-BE49-F238E27FC236}">
                <a16:creationId xmlns:a16="http://schemas.microsoft.com/office/drawing/2014/main" id="{BC14954B-CCB5-4FA0-B4B0-405A3F01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220325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75553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{{R4_DELIVERY}}</a:t>
            </a:r>
          </a:p>
        </p:txBody>
      </p:sp>
      <p:sp>
        <p:nvSpPr>
          <p:cNvPr id="48" name="region-group-4">
            <a:extLst xmlns:a="http://schemas.openxmlformats.org/drawingml/2006/main">
              <a:ext uri="{FF2B5EF4-FFF2-40B4-BE49-F238E27FC236}">
                <a16:creationId xmlns:a16="http://schemas.microsoft.com/office/drawing/2014/main" id="{CE717548-D4F8-449C-8C2B-42EC720F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0220325"/>
            <a:ext cx="828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7273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94B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94B58"/>
                </a:solidFill>
                <a:latin typeface="Microsoft YaHei"/>
                <a:ea typeface="Microsoft YaHei"/>
                <a:cs typeface="Microsoft YaHei"/>
              </a:rPr>
              <a:t>{{R4_GROUP}}</a:t>
            </a:r>
          </a:p>
        </p:txBody>
      </p:sp>
      <p:sp>
        <p:nvSpPr>
          <p:cNvPr id="49" name="region-row-5">
            <a:extLst xmlns:a="http://schemas.openxmlformats.org/drawingml/2006/main">
              <a:ext uri="{FF2B5EF4-FFF2-40B4-BE49-F238E27FC236}">
                <a16:creationId xmlns:a16="http://schemas.microsoft.com/office/drawing/2014/main" id="{73AE7D9F-1E91-4C77-A9CD-0DB48048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0658475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rank-badge-5">
            <a:extLst xmlns:a="http://schemas.openxmlformats.org/drawingml/2006/main">
              <a:ext uri="{FF2B5EF4-FFF2-40B4-BE49-F238E27FC236}">
                <a16:creationId xmlns:a16="http://schemas.microsoft.com/office/drawing/2014/main" id="{45E8221C-C524-46C0-B0EE-57F9E0EF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706100"/>
            <a:ext cx="333375" cy="38100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rank-5">
            <a:extLst xmlns:a="http://schemas.openxmlformats.org/drawingml/2006/main">
              <a:ext uri="{FF2B5EF4-FFF2-40B4-BE49-F238E27FC236}">
                <a16:creationId xmlns:a16="http://schemas.microsoft.com/office/drawing/2014/main" id="{605D1347-4914-437F-8784-69520702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70610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2" name="region-name-5">
            <a:extLst xmlns:a="http://schemas.openxmlformats.org/drawingml/2006/main">
              <a:ext uri="{FF2B5EF4-FFF2-40B4-BE49-F238E27FC236}">
                <a16:creationId xmlns:a16="http://schemas.microsoft.com/office/drawing/2014/main" id="{264F87B7-C19A-4BB7-A47F-260BC6A4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6965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{{R5_NAME}}</a:t>
            </a:r>
          </a:p>
        </p:txBody>
      </p:sp>
      <p:sp>
        <p:nvSpPr>
          <p:cNvPr id="53" name="region-total-5">
            <a:extLst xmlns:a="http://schemas.openxmlformats.org/drawingml/2006/main">
              <a:ext uri="{FF2B5EF4-FFF2-40B4-BE49-F238E27FC236}">
                <a16:creationId xmlns:a16="http://schemas.microsoft.com/office/drawing/2014/main" id="{B5205605-5CB4-4C79-91AA-5305CC03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0696575"/>
            <a:ext cx="119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{{R5_TOTAL}}</a:t>
            </a:r>
          </a:p>
        </p:txBody>
      </p:sp>
      <p:sp>
        <p:nvSpPr>
          <p:cNvPr id="54" name="region-delivery-5">
            <a:extLst xmlns:a="http://schemas.openxmlformats.org/drawingml/2006/main">
              <a:ext uri="{FF2B5EF4-FFF2-40B4-BE49-F238E27FC236}">
                <a16:creationId xmlns:a16="http://schemas.microsoft.com/office/drawing/2014/main" id="{8C014739-F3DA-476F-B1DE-9ED2A425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696575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75553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{{R5_DELIVERY}}</a:t>
            </a:r>
          </a:p>
        </p:txBody>
      </p:sp>
      <p:sp>
        <p:nvSpPr>
          <p:cNvPr id="55" name="region-group-5">
            <a:extLst xmlns:a="http://schemas.openxmlformats.org/drawingml/2006/main">
              <a:ext uri="{FF2B5EF4-FFF2-40B4-BE49-F238E27FC236}">
                <a16:creationId xmlns:a16="http://schemas.microsoft.com/office/drawing/2014/main" id="{23193CCC-E1A0-42F8-BFE0-1A52AA55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0696575"/>
            <a:ext cx="828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7273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94B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94B58"/>
                </a:solidFill>
                <a:latin typeface="Microsoft YaHei"/>
                <a:ea typeface="Microsoft YaHei"/>
                <a:cs typeface="Microsoft YaHei"/>
              </a:rPr>
              <a:t>{{R5_GROUP}}</a:t>
            </a:r>
          </a:p>
        </p:txBody>
      </p:sp>
      <p:sp>
        <p:nvSpPr>
          <p:cNvPr id="56" name="region-row-6">
            <a:extLst xmlns:a="http://schemas.openxmlformats.org/drawingml/2006/main">
              <a:ext uri="{FF2B5EF4-FFF2-40B4-BE49-F238E27FC236}">
                <a16:creationId xmlns:a16="http://schemas.microsoft.com/office/drawing/2014/main" id="{4C23F01D-E1FF-4744-A03D-FE697029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1134725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rank-badge-6">
            <a:extLst xmlns:a="http://schemas.openxmlformats.org/drawingml/2006/main">
              <a:ext uri="{FF2B5EF4-FFF2-40B4-BE49-F238E27FC236}">
                <a16:creationId xmlns:a16="http://schemas.microsoft.com/office/drawing/2014/main" id="{2E7A51DB-C562-425D-BBD5-4276ADD0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182350"/>
            <a:ext cx="333375" cy="38100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rank-6">
            <a:extLst xmlns:a="http://schemas.openxmlformats.org/drawingml/2006/main">
              <a:ext uri="{FF2B5EF4-FFF2-40B4-BE49-F238E27FC236}">
                <a16:creationId xmlns:a16="http://schemas.microsoft.com/office/drawing/2014/main" id="{70982227-818F-41EC-8C9E-C25DAB1C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1823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9" name="region-name-6">
            <a:extLst xmlns:a="http://schemas.openxmlformats.org/drawingml/2006/main">
              <a:ext uri="{FF2B5EF4-FFF2-40B4-BE49-F238E27FC236}">
                <a16:creationId xmlns:a16="http://schemas.microsoft.com/office/drawing/2014/main" id="{D461480A-A8E6-4B17-BAA1-8BB5B52E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1728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{{R6_NAME}}</a:t>
            </a:r>
          </a:p>
        </p:txBody>
      </p:sp>
      <p:sp>
        <p:nvSpPr>
          <p:cNvPr id="60" name="region-total-6">
            <a:extLst xmlns:a="http://schemas.openxmlformats.org/drawingml/2006/main">
              <a:ext uri="{FF2B5EF4-FFF2-40B4-BE49-F238E27FC236}">
                <a16:creationId xmlns:a16="http://schemas.microsoft.com/office/drawing/2014/main" id="{81F1C43D-AD7B-452C-A984-F4729BFF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1172825"/>
            <a:ext cx="119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{{R6_TOTAL}}</a:t>
            </a:r>
          </a:p>
        </p:txBody>
      </p:sp>
      <p:sp>
        <p:nvSpPr>
          <p:cNvPr id="61" name="region-delivery-6">
            <a:extLst xmlns:a="http://schemas.openxmlformats.org/drawingml/2006/main">
              <a:ext uri="{FF2B5EF4-FFF2-40B4-BE49-F238E27FC236}">
                <a16:creationId xmlns:a16="http://schemas.microsoft.com/office/drawing/2014/main" id="{5DFB452D-6E2D-45E7-8DD3-1AA25F45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1172825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75553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{{R6_DELIVERY}}</a:t>
            </a:r>
          </a:p>
        </p:txBody>
      </p:sp>
      <p:sp>
        <p:nvSpPr>
          <p:cNvPr id="62" name="region-group-6">
            <a:extLst xmlns:a="http://schemas.openxmlformats.org/drawingml/2006/main">
              <a:ext uri="{FF2B5EF4-FFF2-40B4-BE49-F238E27FC236}">
                <a16:creationId xmlns:a16="http://schemas.microsoft.com/office/drawing/2014/main" id="{1542483B-448D-46FC-B749-67EA1013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1172825"/>
            <a:ext cx="828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7273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94B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94B58"/>
                </a:solidFill>
                <a:latin typeface="Microsoft YaHei"/>
                <a:ea typeface="Microsoft YaHei"/>
                <a:cs typeface="Microsoft YaHei"/>
              </a:rPr>
              <a:t>{{R6_GROUP}}</a:t>
            </a:r>
          </a:p>
        </p:txBody>
      </p:sp>
      <p:sp>
        <p:nvSpPr>
          <p:cNvPr id="63" name="region-row-7">
            <a:extLst xmlns:a="http://schemas.openxmlformats.org/drawingml/2006/main">
              <a:ext uri="{FF2B5EF4-FFF2-40B4-BE49-F238E27FC236}">
                <a16:creationId xmlns:a16="http://schemas.microsoft.com/office/drawing/2014/main" id="{E851D86D-D6BE-4D7D-857C-5C708C3E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1610975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rank-badge-7">
            <a:extLst xmlns:a="http://schemas.openxmlformats.org/drawingml/2006/main">
              <a:ext uri="{FF2B5EF4-FFF2-40B4-BE49-F238E27FC236}">
                <a16:creationId xmlns:a16="http://schemas.microsoft.com/office/drawing/2014/main" id="{18135DCC-B0FA-4287-B487-03900376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58600"/>
            <a:ext cx="333375" cy="38100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rank-7">
            <a:extLst xmlns:a="http://schemas.openxmlformats.org/drawingml/2006/main">
              <a:ext uri="{FF2B5EF4-FFF2-40B4-BE49-F238E27FC236}">
                <a16:creationId xmlns:a16="http://schemas.microsoft.com/office/drawing/2014/main" id="{1128B1EC-9A6A-421D-841C-8C05D402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5860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66" name="region-name-7">
            <a:extLst xmlns:a="http://schemas.openxmlformats.org/drawingml/2006/main">
              <a:ext uri="{FF2B5EF4-FFF2-40B4-BE49-F238E27FC236}">
                <a16:creationId xmlns:a16="http://schemas.microsoft.com/office/drawing/2014/main" id="{B881FBED-E65F-439B-BB95-77377B0C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6490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{{R7_NAME}}</a:t>
            </a:r>
          </a:p>
        </p:txBody>
      </p:sp>
      <p:sp>
        <p:nvSpPr>
          <p:cNvPr id="67" name="region-total-7">
            <a:extLst xmlns:a="http://schemas.openxmlformats.org/drawingml/2006/main">
              <a:ext uri="{FF2B5EF4-FFF2-40B4-BE49-F238E27FC236}">
                <a16:creationId xmlns:a16="http://schemas.microsoft.com/office/drawing/2014/main" id="{DB02E71B-BF5A-4352-AC9B-402D60F0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1649075"/>
            <a:ext cx="119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{{R7_TOTAL}}</a:t>
            </a:r>
          </a:p>
        </p:txBody>
      </p:sp>
      <p:sp>
        <p:nvSpPr>
          <p:cNvPr id="68" name="region-delivery-7">
            <a:extLst xmlns:a="http://schemas.openxmlformats.org/drawingml/2006/main">
              <a:ext uri="{FF2B5EF4-FFF2-40B4-BE49-F238E27FC236}">
                <a16:creationId xmlns:a16="http://schemas.microsoft.com/office/drawing/2014/main" id="{B66C74F6-76C4-4CDA-B47E-94274509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1649075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75553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{{R7_DELIVERY}}</a:t>
            </a:r>
          </a:p>
        </p:txBody>
      </p:sp>
      <p:sp>
        <p:nvSpPr>
          <p:cNvPr id="69" name="region-group-7">
            <a:extLst xmlns:a="http://schemas.openxmlformats.org/drawingml/2006/main">
              <a:ext uri="{FF2B5EF4-FFF2-40B4-BE49-F238E27FC236}">
                <a16:creationId xmlns:a16="http://schemas.microsoft.com/office/drawing/2014/main" id="{8C939251-7A96-4415-A0A0-9DD4C61D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1649075"/>
            <a:ext cx="828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7273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94B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94B58"/>
                </a:solidFill>
                <a:latin typeface="Microsoft YaHei"/>
                <a:ea typeface="Microsoft YaHei"/>
                <a:cs typeface="Microsoft YaHei"/>
              </a:rPr>
              <a:t>{{R7_GROUP}}</a:t>
            </a:r>
          </a:p>
        </p:txBody>
      </p:sp>
      <p:sp>
        <p:nvSpPr>
          <p:cNvPr id="70" name="region-row-8">
            <a:extLst xmlns:a="http://schemas.openxmlformats.org/drawingml/2006/main">
              <a:ext uri="{FF2B5EF4-FFF2-40B4-BE49-F238E27FC236}">
                <a16:creationId xmlns:a16="http://schemas.microsoft.com/office/drawing/2014/main" id="{25CB38FB-C2D6-4A2E-A8B7-6E0E8198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2087225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rank-badge-8">
            <a:extLst xmlns:a="http://schemas.openxmlformats.org/drawingml/2006/main">
              <a:ext uri="{FF2B5EF4-FFF2-40B4-BE49-F238E27FC236}">
                <a16:creationId xmlns:a16="http://schemas.microsoft.com/office/drawing/2014/main" id="{D4C83A78-33DE-4418-A6DF-C2C6E539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34850"/>
            <a:ext cx="333375" cy="38100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A4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rank-8">
            <a:extLst xmlns:a="http://schemas.openxmlformats.org/drawingml/2006/main">
              <a:ext uri="{FF2B5EF4-FFF2-40B4-BE49-F238E27FC236}">
                <a16:creationId xmlns:a16="http://schemas.microsoft.com/office/drawing/2014/main" id="{54EAB26F-F3CB-412A-B709-1EE11D73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348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73" name="region-name-8">
            <a:extLst xmlns:a="http://schemas.openxmlformats.org/drawingml/2006/main">
              <a:ext uri="{FF2B5EF4-FFF2-40B4-BE49-F238E27FC236}">
                <a16:creationId xmlns:a16="http://schemas.microsoft.com/office/drawing/2014/main" id="{1BE1E935-9C2A-4D4E-81C7-82FCAD35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1253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{{R8_NAME}}</a:t>
            </a:r>
          </a:p>
        </p:txBody>
      </p:sp>
      <p:sp>
        <p:nvSpPr>
          <p:cNvPr id="74" name="region-total-8">
            <a:extLst xmlns:a="http://schemas.openxmlformats.org/drawingml/2006/main">
              <a:ext uri="{FF2B5EF4-FFF2-40B4-BE49-F238E27FC236}">
                <a16:creationId xmlns:a16="http://schemas.microsoft.com/office/drawing/2014/main" id="{53EA606C-C777-40CB-B7A6-50419EA6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2125325"/>
            <a:ext cx="119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{{R8_TOTAL}}</a:t>
            </a:r>
          </a:p>
        </p:txBody>
      </p:sp>
      <p:sp>
        <p:nvSpPr>
          <p:cNvPr id="75" name="region-delivery-8">
            <a:extLst xmlns:a="http://schemas.openxmlformats.org/drawingml/2006/main">
              <a:ext uri="{FF2B5EF4-FFF2-40B4-BE49-F238E27FC236}">
                <a16:creationId xmlns:a16="http://schemas.microsoft.com/office/drawing/2014/main" id="{224F8981-E9DB-4AC2-86D2-37B2F301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125325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75553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{{R8_DELIVERY}}</a:t>
            </a:r>
          </a:p>
        </p:txBody>
      </p:sp>
      <p:sp>
        <p:nvSpPr>
          <p:cNvPr id="76" name="region-group-8">
            <a:extLst xmlns:a="http://schemas.openxmlformats.org/drawingml/2006/main">
              <a:ext uri="{FF2B5EF4-FFF2-40B4-BE49-F238E27FC236}">
                <a16:creationId xmlns:a16="http://schemas.microsoft.com/office/drawing/2014/main" id="{E0A28623-B201-4B2F-8948-E0ACE16B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125325"/>
            <a:ext cx="828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7273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94B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94B58"/>
                </a:solidFill>
                <a:latin typeface="Microsoft YaHei"/>
                <a:ea typeface="Microsoft YaHei"/>
                <a:cs typeface="Microsoft YaHei"/>
              </a:rPr>
              <a:t>{{R8_GROUP}}</a:t>
            </a:r>
          </a:p>
        </p:txBody>
      </p:sp>
      <p:sp>
        <p:nvSpPr>
          <p:cNvPr id="77" name="region-row-9">
            <a:extLst xmlns:a="http://schemas.openxmlformats.org/drawingml/2006/main">
              <a:ext uri="{FF2B5EF4-FFF2-40B4-BE49-F238E27FC236}">
                <a16:creationId xmlns:a16="http://schemas.microsoft.com/office/drawing/2014/main" id="{3B1F748E-8528-4B1B-986E-7263E6EB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2563475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rank-badge-9">
            <a:extLst xmlns:a="http://schemas.openxmlformats.org/drawingml/2006/main">
              <a:ext uri="{FF2B5EF4-FFF2-40B4-BE49-F238E27FC236}">
                <a16:creationId xmlns:a16="http://schemas.microsoft.com/office/drawing/2014/main" id="{ACB5442F-52C8-4DE0-9909-AA533174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611100"/>
            <a:ext cx="333375" cy="38100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A4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rank-9">
            <a:extLst xmlns:a="http://schemas.openxmlformats.org/drawingml/2006/main">
              <a:ext uri="{FF2B5EF4-FFF2-40B4-BE49-F238E27FC236}">
                <a16:creationId xmlns:a16="http://schemas.microsoft.com/office/drawing/2014/main" id="{2EFE92C1-1D26-4742-B8B1-0342A37B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61110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80" name="region-name-9">
            <a:extLst xmlns:a="http://schemas.openxmlformats.org/drawingml/2006/main">
              <a:ext uri="{FF2B5EF4-FFF2-40B4-BE49-F238E27FC236}">
                <a16:creationId xmlns:a16="http://schemas.microsoft.com/office/drawing/2014/main" id="{0604CB2F-62F3-40B7-AFED-3FA8B6CB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6015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{{R9_NAME}}</a:t>
            </a:r>
          </a:p>
        </p:txBody>
      </p:sp>
      <p:sp>
        <p:nvSpPr>
          <p:cNvPr id="81" name="region-total-9">
            <a:extLst xmlns:a="http://schemas.openxmlformats.org/drawingml/2006/main">
              <a:ext uri="{FF2B5EF4-FFF2-40B4-BE49-F238E27FC236}">
                <a16:creationId xmlns:a16="http://schemas.microsoft.com/office/drawing/2014/main" id="{B4EA0295-5C94-4CBC-BF8E-1CB8E14B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2601575"/>
            <a:ext cx="119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{{R9_TOTAL}}</a:t>
            </a:r>
          </a:p>
        </p:txBody>
      </p:sp>
      <p:sp>
        <p:nvSpPr>
          <p:cNvPr id="82" name="region-delivery-9">
            <a:extLst xmlns:a="http://schemas.openxmlformats.org/drawingml/2006/main">
              <a:ext uri="{FF2B5EF4-FFF2-40B4-BE49-F238E27FC236}">
                <a16:creationId xmlns:a16="http://schemas.microsoft.com/office/drawing/2014/main" id="{B2F7E17F-9CD0-448E-B414-6DB9FD65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601575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75553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A853"/>
                </a:solidFill>
                <a:latin typeface="Microsoft YaHei"/>
                <a:ea typeface="Microsoft YaHei"/>
                <a:cs typeface="Microsoft YaHei"/>
              </a:rPr>
              <a:t>{{R9_DELIVERY}}</a:t>
            </a:r>
          </a:p>
        </p:txBody>
      </p:sp>
      <p:sp>
        <p:nvSpPr>
          <p:cNvPr id="83" name="region-group-9">
            <a:extLst xmlns:a="http://schemas.openxmlformats.org/drawingml/2006/main">
              <a:ext uri="{FF2B5EF4-FFF2-40B4-BE49-F238E27FC236}">
                <a16:creationId xmlns:a16="http://schemas.microsoft.com/office/drawing/2014/main" id="{50504137-6215-4F17-8AAC-3D714BDA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601575"/>
            <a:ext cx="828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7273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94B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94B58"/>
                </a:solidFill>
                <a:latin typeface="Microsoft YaHei"/>
                <a:ea typeface="Microsoft YaHei"/>
                <a:cs typeface="Microsoft YaHei"/>
              </a:rPr>
              <a:t>{{R9_GROUP}}</a:t>
            </a:r>
          </a:p>
        </p:txBody>
      </p:sp>
    </p:spTree>
    <p:extLst>
      <p:ext uri="{BB962C8B-B14F-4D97-AF65-F5344CB8AC3E}">
        <p14:creationId xmlns:p14="http://schemas.microsoft.com/office/powerpoint/2010/main" val="3679737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2026-06-23T14:01:28.6730000Z</dcterms:created>
  <dcterms:modified xsi:type="dcterms:W3CDTF">2026-06-23T14:01:28.6730000Z</dcterms:modified>
</coreProperties>
</file>